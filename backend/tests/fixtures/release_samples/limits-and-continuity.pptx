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cafda7f294476c" /><Relationship Type="http://schemas.openxmlformats.org/officeDocument/2006/relationships/extended-properties" Target="/docProps/app.xml" Id="R6960df2e29e14120" /><Relationship Type="http://schemas.openxmlformats.org/officeDocument/2006/relationships/officeDocument" Target="/ppt/presentation.xml" Id="Re7bb26ae947343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915b9f74ee4268"/>
  </p:sldMasterIdLst>
  <p:notesMasterIdLst>
    <p:notesMasterId xmlns:r="http://schemas.openxmlformats.org/officeDocument/2006/relationships" r:id="R26e51a10504a40e1"/>
  </p:notesMasterIdLst>
  <p:sldIdLst>
    <p:sldId xmlns:r="http://schemas.openxmlformats.org/officeDocument/2006/relationships" id="256" r:id="R07775a4c0cba4e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42e1254730466f" /><Relationship Type="http://schemas.openxmlformats.org/officeDocument/2006/relationships/slideMaster" Target="/ppt/slideMasters/slideMaster1.xml" Id="R7b915b9f74ee4268" /><Relationship Type="http://schemas.openxmlformats.org/officeDocument/2006/relationships/notesMaster" Target="/ppt/notesMasters/notesMaster1.xml" Id="R26e51a10504a40e1" /><Relationship Type="http://schemas.openxmlformats.org/officeDocument/2006/relationships/presProps" Target="/ppt/presProps.xml" Id="R1bb65a55fc2f4013" /><Relationship Type="http://schemas.openxmlformats.org/officeDocument/2006/relationships/tableStyles" Target="/ppt/tableStyles.xml" Id="R2b520e3e42c04edb" /><Relationship Type="http://schemas.openxmlformats.org/officeDocument/2006/relationships/slide" Target="/ppt/slides/slide1.xml" Id="R07775a4c0cba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1ec4c012cc40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bc58bb1f714d13" /><Relationship Type="http://schemas.openxmlformats.org/officeDocument/2006/relationships/notesMaster" Target="/ppt/notesMasters/notesMaster1.xml" Id="R12d533f7b1b7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CourseNexus V1 release-validation fixture. No user or production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29cccf2a94e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55667bc614286" /><Relationship Type="http://schemas.openxmlformats.org/officeDocument/2006/relationships/slideLayout" Target="/ppt/slideLayouts/slideLayout1.xml" Id="Rba1af60be10d4a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af60be10d4a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16edc14be484c" /><Relationship Type="http://schemas.openxmlformats.org/officeDocument/2006/relationships/notesSlide" Target="/ppt/notesSlides/notesSlide1.xml" Id="R5a9fe3a5ed894e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1603-5E8D-4816-AF96-D089AA9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Limits and 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33E51-5EEB-485D-9725-76CD078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E8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5E8E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58916-E1D9-4E0E-AA5B-42AC3A99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3"/>
                </a:solidFill>
                <a:latin typeface="Arial"/>
                <a:ea typeface="Arial"/>
                <a:cs typeface="Arial"/>
              </a:rPr>
              <a:t>A limit describes the value a function approaches near an input.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DF1FB-DF87-4FB6-992E-74AC91E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5E8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5E8E"/>
                </a:solidFill>
                <a:latin typeface="Arial"/>
                <a:ea typeface="Arial"/>
                <a:cs typeface="Arial"/>
              </a:rPr>
              <a:t>Continuity at x =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15C5D-CDDA-4AA4-BCC5-71274D9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E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E68"/>
                </a:solidFill>
                <a:latin typeface="Arial"/>
                <a:ea typeface="Arial"/>
                <a:cs typeface="Arial"/>
              </a:rPr>
              <a:t>01    The value f(a) exists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CC884-A652-46FD-8E7A-87AAD3A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E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E68"/>
                </a:solidFill>
                <a:latin typeface="Arial"/>
                <a:ea typeface="Arial"/>
                <a:cs typeface="Arial"/>
              </a:rPr>
              <a:t>02    The left and right limits agree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64D2A-41E0-4FE0-98CE-3DAEEBE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03    The limit equals f(a)</a:t>
            </a:r>
          </a:p>
        </p:txBody>
      </p:sp>
    </p:spTree>
    <p:extLst>
      <p:ext uri="{BB962C8B-B14F-4D97-AF65-F5344CB8AC3E}">
        <p14:creationId xmlns:p14="http://schemas.microsoft.com/office/powerpoint/2010/main" val="1616937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2026-10-01T06:01:47.9480000Z</dcterms:created>
  <dcterms:modified xsi:type="dcterms:W3CDTF">2026-10-01T06:01:47.9480000Z</dcterms:modified>
</coreProperties>
</file>